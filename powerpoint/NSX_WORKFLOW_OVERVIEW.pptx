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058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 Workflow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NSX firewall policy between managers without breaking traffic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1B3354"/>
          </a:solidFill>
          <a:ln w="12700">
            <a:solidFill>
              <a:srgbClr val="1B3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611880"/>
            <a:ext cx="594360" cy="594360"/>
          </a:xfrm>
          <a:prstGeom prst="ellipse">
            <a:avLst/>
          </a:prstGeom>
          <a:solidFill>
            <a:srgbClr val="216FBD"/>
          </a:solidFill>
          <a:ln w="12700">
            <a:solidFill>
              <a:srgbClr val="216FB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611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34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1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config to the target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338328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1B3354"/>
          </a:solidFill>
          <a:ln w="12700">
            <a:solidFill>
              <a:srgbClr val="1B33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3611880"/>
            <a:ext cx="594360" cy="594360"/>
          </a:xfrm>
          <a:prstGeom prst="ellipse">
            <a:avLst/>
          </a:prstGeom>
          <a:solidFill>
            <a:srgbClr val="EB852D"/>
          </a:solidFill>
          <a:ln w="12700">
            <a:solidFill>
              <a:srgbClr val="EB85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3611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34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611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In-place remap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mapped IPs to existing groups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338328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1B3354"/>
          </a:solidFill>
          <a:ln w="12700">
            <a:solidFill>
              <a:srgbClr val="1B33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3611880"/>
            <a:ext cx="594360" cy="594360"/>
          </a:xfrm>
          <a:prstGeom prst="ellipse">
            <a:avLst/>
          </a:prstGeom>
          <a:solidFill>
            <a:srgbClr val="009691"/>
          </a:solidFill>
          <a:ln w="12700">
            <a:solidFill>
              <a:srgbClr val="00969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611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34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3611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Source-IP siblings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source VMs reachable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915400" y="338328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1B3354"/>
          </a:solidFill>
          <a:ln w="12700">
            <a:solidFill>
              <a:srgbClr val="1B335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0" y="3611880"/>
            <a:ext cx="594360" cy="594360"/>
          </a:xfrm>
          <a:prstGeom prst="ellipse">
            <a:avLst/>
          </a:prstGeom>
          <a:solidFill>
            <a:srgbClr val="27965B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3611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340" dirty="0"/>
          </a:p>
        </p:txBody>
      </p:sp>
      <p:sp>
        <p:nvSpPr>
          <p:cNvPr id="22" name="Text 20"/>
          <p:cNvSpPr txBox="1"/>
          <p:nvPr/>
        </p:nvSpPr>
        <p:spPr>
          <a:xfrm>
            <a:off x="9875520" y="36118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AVS-IP siblings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AVS addresses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Lab-validated 2026-09-28 on nsx-lm1 and nsx-lm2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 migration workflow  •  1/6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A, C and D fit together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and D only ever ADD groups and rule references; existing groups are never edited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937760" cy="4526280"/>
          </a:xfrm>
          <a:prstGeom prst="roundRect">
            <a:avLst>
              <a:gd name="adj" fmla="val 2424"/>
            </a:avLst>
          </a:prstGeom>
          <a:solidFill>
            <a:srgbClr val="F2F6FA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nsx-lm1  (source, on-prem)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720840" y="1691640"/>
            <a:ext cx="4937760" cy="4526280"/>
          </a:xfrm>
          <a:prstGeom prst="roundRect">
            <a:avLst>
              <a:gd name="adj" fmla="val 2424"/>
            </a:avLst>
          </a:prstGeom>
          <a:solidFill>
            <a:srgbClr val="F2F6FA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4944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nsx-lm2  (target)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331720"/>
            <a:ext cx="44805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8A97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3317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groups, rules, services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policy: never modified by C or 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3611880"/>
            <a:ext cx="457200" cy="457200"/>
          </a:xfrm>
          <a:prstGeom prst="ellipse">
            <a:avLst/>
          </a:prstGeom>
          <a:solidFill>
            <a:srgbClr val="27965B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71600" y="3474720"/>
            <a:ext cx="3886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47472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79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D2a  &lt;group&gt;_avs_ips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IP mapped through the CSV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10.6.x → 10.16.x   •   10.21.x → 10.31.x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371600" y="4754880"/>
            <a:ext cx="3886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08760" y="475488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79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 rules add the _avs_ips group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the original; separate change window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949440" y="2514600"/>
            <a:ext cx="457200" cy="457200"/>
          </a:xfrm>
          <a:prstGeom prst="ellipse">
            <a:avLst/>
          </a:prstGeom>
          <a:solidFill>
            <a:srgbClr val="216FBD"/>
          </a:solidFill>
          <a:ln w="12700">
            <a:solidFill>
              <a:srgbClr val="216FB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543800" y="2331720"/>
            <a:ext cx="3886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16FB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80960" y="23317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16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of the source config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services, groups, policies, rules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009691"/>
          </a:solidFill>
          <a:ln w="12700">
            <a:solidFill>
              <a:srgbClr val="00969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543800" y="3474720"/>
            <a:ext cx="3886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969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347472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9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&lt;group&gt;_np_ips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of the source group's current IPs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543800" y="4754880"/>
            <a:ext cx="3886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969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0" y="475488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9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add the _np_ips group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the original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257800" y="2743200"/>
            <a:ext cx="1645920" cy="0"/>
          </a:xfrm>
          <a:prstGeom prst="line">
            <a:avLst/>
          </a:prstGeom>
          <a:noFill/>
          <a:ln w="31750">
            <a:solidFill>
              <a:srgbClr val="216FBD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349240" y="2377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6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clone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257800" y="3200400"/>
            <a:ext cx="1645920" cy="640080"/>
          </a:xfrm>
          <a:prstGeom prst="line">
            <a:avLst/>
          </a:prstGeom>
          <a:noFill/>
          <a:ln w="31750">
            <a:solidFill>
              <a:srgbClr val="009691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349240" y="2926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copy IPs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 migration workflow  •  2/6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rule, two groups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traffic keeps flowing while VMs move one at a time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1233E"/>
          </a:solidFill>
          <a:ln w="12700">
            <a:solidFill>
              <a:srgbClr val="11233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7889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4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web_rule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7830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F2F6FA"/>
          </a:solidFill>
          <a:ln w="12700">
            <a:solidFill>
              <a:srgbClr val="8A97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09160" y="17830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vm-group-1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10.6.0.101 · 10.6.1.101 · …</a:t>
            </a:r>
            <a:endParaRPr lang="en-US" sz="18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original: current IPs, untouched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70332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9F5EE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37033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79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vm-group-1_avs_ips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10.16.0.101 · 10.16.1.101 · …</a:t>
            </a:r>
            <a:endParaRPr lang="en-US" sz="18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by D: CSV-mapped AVS IPs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 flipV="1">
            <a:off x="3200400" y="2514600"/>
            <a:ext cx="1325880" cy="731520"/>
          </a:xfrm>
          <a:prstGeom prst="line">
            <a:avLst/>
          </a:prstGeom>
          <a:noFill/>
          <a:ln w="31750">
            <a:solidFill>
              <a:srgbClr val="11233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00400" y="3703320"/>
            <a:ext cx="1325880" cy="731520"/>
          </a:xfrm>
          <a:prstGeom prst="line">
            <a:avLst/>
          </a:prstGeom>
          <a:noFill/>
          <a:ln w="31750">
            <a:solidFill>
              <a:srgbClr val="27965B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520440" y="3246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06840" y="1901952"/>
            <a:ext cx="292608" cy="292608"/>
          </a:xfrm>
          <a:prstGeom prst="ellipse">
            <a:avLst/>
          </a:prstGeom>
          <a:solidFill>
            <a:srgbClr val="27965B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64040" y="1828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cutover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matches the current IP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006840" y="3090672"/>
            <a:ext cx="292608" cy="292608"/>
          </a:xfrm>
          <a:prstGeom prst="ellipse">
            <a:avLst/>
          </a:prstGeom>
          <a:solidFill>
            <a:srgbClr val="27965B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6404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VM moves to AVS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matches the mapped AVS IP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06840" y="4279392"/>
            <a:ext cx="292608" cy="292608"/>
          </a:xfrm>
          <a:prstGeom prst="ellipse">
            <a:avLst/>
          </a:prstGeom>
          <a:solidFill>
            <a:srgbClr val="27965B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64040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taken away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IP removed, no group edited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works the same way on the target: vm-group-1_np_ips holds the source VMs' current IPs.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 migration workflow  •  3/6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 without a report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follows the same path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5C6C7E"/>
          </a:solidFill>
          <a:ln w="12700">
            <a:solidFill>
              <a:srgbClr val="5C6C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8308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487168" y="2354580"/>
            <a:ext cx="329184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34640" y="17830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216FBD"/>
          </a:solidFill>
          <a:ln w="12700">
            <a:solidFill>
              <a:srgbClr val="216F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178308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run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report, no writes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773168" y="2354580"/>
            <a:ext cx="329184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20640" y="17830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009691"/>
          </a:solidFill>
          <a:ln w="12700">
            <a:solidFill>
              <a:srgbClr val="00969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178308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+ saved baseline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059168" y="2354580"/>
            <a:ext cx="329184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06640" y="17830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27965B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178308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checks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9345168" y="2354580"/>
            <a:ext cx="329184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92640" y="17830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EB852D"/>
          </a:solidFill>
          <a:ln w="12700">
            <a:solidFill>
              <a:srgbClr val="EB8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29800" y="178308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needed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5440680" cy="1097280"/>
          </a:xfrm>
          <a:prstGeom prst="roundRect">
            <a:avLst>
              <a:gd name="adj" fmla="val 8333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Add-only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send the union: an IP is never removed from a group.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172200" y="3429000"/>
            <a:ext cx="5440680" cy="1097280"/>
          </a:xfrm>
          <a:prstGeom prst="roundRect">
            <a:avLst>
              <a:gd name="adj" fmla="val 8333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34290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needless writes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with nothing new is skipped: no write, no prompt.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754880"/>
            <a:ext cx="5440680" cy="1097280"/>
          </a:xfrm>
          <a:prstGeom prst="roundRect">
            <a:avLst>
              <a:gd name="adj" fmla="val 8333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475488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groups untouched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and D only add new groups and rule references.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172200" y="4754880"/>
            <a:ext cx="5440680" cy="1097280"/>
          </a:xfrm>
          <a:prstGeom prst="roundRect">
            <a:avLst>
              <a:gd name="adj" fmla="val 8333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475488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rollback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another manager's baseline. Group and rule rollbacks delete only what their apply created.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 migration workflow  •  4/6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in the lab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nsx-lm1 → nsx-lm2, 2026-09-28: baseline plus 43 seeded test objects in 10.21.0.0/16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16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cloned by A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failed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0116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9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2918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_np_ips groups by C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rule references added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20116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796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918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_avs_ips groups by D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rule references (dry run)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20116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B8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32918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2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rules kept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fixed rollback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00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checked against the committed baseline and the source's live IPs  •  360 automated tests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 migration workflow  •  5/6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2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rgbClr val="009691"/>
          </a:solidFill>
          <a:ln w="12700">
            <a:solidFill>
              <a:srgbClr val="00969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16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630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cover nested and segment-based groups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get no _np_ips group today, so rules using them miss source IPs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548640" cy="548640"/>
          </a:xfrm>
          <a:prstGeom prst="ellipse">
            <a:avLst/>
          </a:prstGeom>
          <a:solidFill>
            <a:srgbClr val="EB852D"/>
          </a:solidFill>
          <a:ln w="12700">
            <a:solidFill>
              <a:srgbClr val="EB85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16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backup before every apply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snapshot of the target, kept with the run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7965B"/>
          </a:solidFill>
          <a:ln w="12700">
            <a:solidFill>
              <a:srgbClr val="2796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16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2004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D2a ignores its own _avs_ips groups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report 13 groups with no AVS group instead of 3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rgbClr val="216FBD"/>
          </a:solidFill>
          <a:ln w="12700">
            <a:solidFill>
              <a:srgbClr val="216FB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16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0690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verify: fix the rule-key format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rule-preservation check (R2) never runs today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5C6C7E"/>
          </a:solidFill>
          <a:ln w="12700">
            <a:solidFill>
              <a:srgbClr val="5C6C7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16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9377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and policies rollbacks: delete only what they created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they delete anything missing from their baseline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Detail: docs/nsx/RUNBOOK_WORKFLOW.md and the run reports under nsx_avs_runs/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E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NSX migration workflow  •  6/6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NSX Workflow</dc:title>
  <dc:subject>PptxGenJS Presentation</dc:subject>
  <dc:creator>PptxGenJS</dc:creator>
  <cp:lastModifiedBy>PptxGenJS</cp:lastModifiedBy>
  <cp:revision>1</cp:revision>
  <dcterms:created xsi:type="dcterms:W3CDTF">2026-09-29T04:39:05Z</dcterms:created>
  <dcterms:modified xsi:type="dcterms:W3CDTF">2026-09-29T04:39:05Z</dcterms:modified>
</cp:coreProperties>
</file>